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  <Relationship Id="rId1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94360" y="4114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900" b="1">
                <a:solidFill>
                  <a:srgbClr val="D7FFFA"/>
                </a:solidFill>
                <a:latin typeface="Malgun Gothic"/>
                <a:ea typeface="Malgun Gothic"/>
              </a:rPr>
              <a:t>CLICKGUIDE LOCAL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966960" y="411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900" b="1">
                <a:solidFill>
                  <a:srgbClr val="D7FFFA"/>
                </a:solidFill>
                <a:latin typeface="Malgun Gothic"/>
                <a:ea typeface="Malgun Gothic"/>
              </a:rPr>
              <a:t>TEAM GUIDE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594360" y="868680"/>
            <a:ext cx="11018519" cy="9144"/>
          </a:xfrm>
          <a:prstGeom prst="line">
            <a:avLst/>
          </a:prstGeom>
          <a:ln w="12700">
            <a:solidFill>
              <a:srgbClr val="D7FFFA"/>
            </a:solidFill>
          </a:ln>
        </p:spPr>
      </p:cxnSp>
      <p:sp>
        <p:nvSpPr>
          <p:cNvPr id="6" name="Text 6"/>
          <p:cNvSpPr txBox="1"/>
          <p:nvPr/>
        </p:nvSpPr>
        <p:spPr>
          <a:xfrm>
            <a:off x="777240" y="1234440"/>
            <a:ext cx="868680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4000" b="1">
                <a:solidFill>
                  <a:srgbClr val="FFFFFF"/>
                </a:solidFill>
                <a:latin typeface="Malgun Gothic"/>
                <a:ea typeface="Malgun Gothic"/>
              </a:rPr>
              <a:t>팀 설치·실행</a:t>
            </a:r>
          </a:p>
          <a:p>
            <a:pPr algn="l"/>
            <a:r>
              <a:rPr lang="ko-KR" sz="4000" b="1">
                <a:solidFill>
                  <a:srgbClr val="FFFFFF"/>
                </a:solidFill>
                <a:latin typeface="Malgun Gothic"/>
                <a:ea typeface="Malgun Gothic"/>
              </a:rPr>
              <a:t>PPT 가이드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3749039"/>
            <a:ext cx="60350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700" b="0">
                <a:solidFill>
                  <a:srgbClr val="E6FFFA"/>
                </a:solidFill>
                <a:latin typeface="Malgun Gothic"/>
                <a:ea typeface="Malgun Gothic"/>
              </a:rPr>
              <a:t>ZIP 파일 설치부터 녹화, 편집, HTML export까지</a:t>
            </a:r>
          </a:p>
          <a:p>
            <a:pPr algn="l"/>
            <a:r>
              <a:rPr lang="ko-KR" sz="1700" b="0">
                <a:solidFill>
                  <a:srgbClr val="E6FFFA"/>
                </a:solidFill>
                <a:latin typeface="Malgun Gothic"/>
                <a:ea typeface="Malgun Gothic"/>
              </a:rPr>
              <a:t>가상의 캡처 화면을 보며 그대로 따라 하는 안내서</a:t>
            </a:r>
          </a:p>
        </p:txBody>
      </p:sp>
      <p:sp>
        <p:nvSpPr>
          <p:cNvPr id="8" name="Shape 8"/>
          <p:cNvSpPr/>
          <p:nvPr/>
        </p:nvSpPr>
        <p:spPr>
          <a:xfrm>
            <a:off x="7543800" y="3657600"/>
            <a:ext cx="3246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818120" y="38862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300" b="1">
                <a:solidFill>
                  <a:srgbClr val="0F766E"/>
                </a:solidFill>
                <a:latin typeface="Malgun Gothic"/>
                <a:ea typeface="Malgun Gothic"/>
              </a:rPr>
              <a:t>배포 파일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818120" y="44348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172026"/>
                </a:solidFill>
                <a:latin typeface="Malgun Gothic"/>
                <a:ea typeface="Malgun Gothic"/>
              </a:rPr>
              <a:t>ClickGuideLocal-extension.zip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818120" y="48006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900" b="0">
                <a:solidFill>
                  <a:srgbClr val="52605A"/>
                </a:solidFill>
                <a:latin typeface="Malgun Gothic"/>
                <a:ea typeface="Malgun Gothic"/>
              </a:rPr>
              <a:t>압축 해제 후 Load unpacked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배포 준비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698480" y="2286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02 / 10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566928"/>
            <a:ext cx="11155680" cy="9144"/>
          </a:xfrm>
          <a:prstGeom prst="line">
            <a:avLst/>
          </a:prstGeom>
          <a:ln w="12700">
            <a:solidFill>
              <a:srgbClr val="D8DED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7772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400" b="0">
                <a:solidFill>
                  <a:srgbClr val="172026"/>
                </a:solidFill>
                <a:latin typeface="Malgun Gothic"/>
                <a:ea typeface="Malgun Gothic"/>
              </a:rPr>
              <a:t>팀원에게는 ZIP 하나만 보내면 됩니다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160020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400" b="0">
                <a:solidFill>
                  <a:srgbClr val="52605A"/>
                </a:solidFill>
                <a:latin typeface="Malgun Gothic"/>
                <a:ea typeface="Malgun Gothic"/>
              </a:rPr>
              <a:t>받는 사람은 개발 환경 없이 Chrome에서 바로 설치합니다.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2057400"/>
            <a:ext cx="2834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51560" y="233172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800" b="1">
                <a:solidFill>
                  <a:srgbClr val="0F766E"/>
                </a:solidFill>
                <a:latin typeface="Malgun Gothic"/>
                <a:ea typeface="Malgun Gothic"/>
              </a:rPr>
              <a:t>전달 파일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51560" y="290779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72026"/>
                </a:solidFill>
                <a:latin typeface="Malgun Gothic"/>
                <a:ea typeface="Malgun Gothic"/>
              </a:rPr>
              <a:t>ClickGuideLocal-</a:t>
            </a:r>
          </a:p>
          <a:p>
            <a:pPr algn="l"/>
            <a:r>
              <a:rPr lang="ko-KR" sz="2200" b="1">
                <a:solidFill>
                  <a:srgbClr val="172026"/>
                </a:solidFill>
                <a:latin typeface="Malgun Gothic"/>
                <a:ea typeface="Malgun Gothic"/>
              </a:rPr>
              <a:t>extension.zip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51560" y="368503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52605A"/>
                </a:solidFill>
                <a:latin typeface="Malgun Gothic"/>
                <a:ea typeface="Malgun Gothic"/>
              </a:rPr>
              <a:t>이 파일만 공유</a:t>
            </a:r>
          </a:p>
        </p:txBody>
      </p:sp>
      <p:sp>
        <p:nvSpPr>
          <p:cNvPr id="11" name="Shape 11"/>
          <p:cNvSpPr/>
          <p:nvPr/>
        </p:nvSpPr>
        <p:spPr>
          <a:xfrm>
            <a:off x="4206240" y="2057400"/>
            <a:ext cx="2926080" cy="2057400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526280" y="233172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800" b="1">
                <a:solidFill>
                  <a:srgbClr val="0F766E"/>
                </a:solidFill>
                <a:latin typeface="Malgun Gothic"/>
                <a:ea typeface="Malgun Gothic"/>
              </a:rPr>
              <a:t>압축 해제 후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526280" y="28803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72026"/>
                </a:solidFill>
                <a:latin typeface="Malgun Gothic"/>
                <a:ea typeface="Malgun Gothic"/>
              </a:rPr>
              <a:t>manifest.json이</a:t>
            </a:r>
          </a:p>
          <a:p>
            <a:pPr algn="l"/>
            <a:r>
              <a:rPr lang="ko-KR" sz="2000" b="1">
                <a:solidFill>
                  <a:srgbClr val="172026"/>
                </a:solidFill>
                <a:latin typeface="Malgun Gothic"/>
                <a:ea typeface="Malgun Gothic"/>
              </a:rPr>
              <a:t>보이는 폴더 선택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526280" y="369417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52605A"/>
                </a:solidFill>
                <a:latin typeface="Malgun Gothic"/>
                <a:ea typeface="Malgun Gothic"/>
              </a:rPr>
              <a:t>하위 폴더를 잘못 고르지 않기</a:t>
            </a:r>
          </a:p>
        </p:txBody>
      </p:sp>
      <p:sp>
        <p:nvSpPr>
          <p:cNvPr id="15" name="Shape 15"/>
          <p:cNvSpPr/>
          <p:nvPr/>
        </p:nvSpPr>
        <p:spPr>
          <a:xfrm>
            <a:off x="7635240" y="2057400"/>
            <a:ext cx="2926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955279" y="233172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800" b="1">
                <a:solidFill>
                  <a:srgbClr val="0F766E"/>
                </a:solidFill>
                <a:latin typeface="Malgun Gothic"/>
                <a:ea typeface="Malgun Gothic"/>
              </a:rPr>
              <a:t>설치 후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955279" y="28803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72026"/>
                </a:solidFill>
                <a:latin typeface="Malgun Gothic"/>
                <a:ea typeface="Malgun Gothic"/>
              </a:rPr>
              <a:t>퍼즐 아이콘에서</a:t>
            </a:r>
          </a:p>
          <a:p>
            <a:pPr algn="l"/>
            <a:r>
              <a:rPr lang="ko-KR" sz="2000" b="1">
                <a:solidFill>
                  <a:srgbClr val="172026"/>
                </a:solidFill>
                <a:latin typeface="Malgun Gothic"/>
                <a:ea typeface="Malgun Gothic"/>
              </a:rPr>
              <a:t>ClickGuide 고정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955279" y="369417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52605A"/>
                </a:solidFill>
                <a:latin typeface="Malgun Gothic"/>
                <a:ea typeface="Malgun Gothic"/>
              </a:rPr>
              <a:t>녹화 시작 버튼으로 사용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22960" y="516636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72026"/>
                </a:solidFill>
                <a:latin typeface="Malgun Gothic"/>
                <a:ea typeface="Malgun Gothic"/>
              </a:rPr>
              <a:t>권장 공유 문구: “압축 풀고 chrome://extensions에서 개발자 모드 켠 뒤 Load unpacked로 폴더를 선택하세요.”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설치 순서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698480" y="2286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03 / 10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566928"/>
            <a:ext cx="11155680" cy="9144"/>
          </a:xfrm>
          <a:prstGeom prst="line">
            <a:avLst/>
          </a:prstGeom>
          <a:ln w="12700">
            <a:solidFill>
              <a:srgbClr val="D8DED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7772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400" b="0">
                <a:solidFill>
                  <a:srgbClr val="172026"/>
                </a:solidFill>
                <a:latin typeface="Malgun Gothic"/>
                <a:ea typeface="Malgun Gothic"/>
              </a:rPr>
              <a:t>설치자는 6단계만 따라 하면 됩니다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182880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7" name="Circle 7"/>
          <p:cNvSpPr/>
          <p:nvPr/>
        </p:nvSpPr>
        <p:spPr>
          <a:xfrm>
            <a:off x="1033271" y="2066543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581912" y="20299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72026"/>
                </a:solidFill>
                <a:latin typeface="Malgun Gothic"/>
                <a:ea typeface="Malgun Gothic"/>
              </a:rPr>
              <a:t>ZIP 압축 해제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581912" y="2395728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받은 파일을 원하는 위치에 풉니다.</a:t>
            </a:r>
          </a:p>
        </p:txBody>
      </p:sp>
      <p:sp>
        <p:nvSpPr>
          <p:cNvPr id="10" name="Shape 10"/>
          <p:cNvSpPr/>
          <p:nvPr/>
        </p:nvSpPr>
        <p:spPr>
          <a:xfrm>
            <a:off x="4480559" y="182880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1" name="Circle 11"/>
          <p:cNvSpPr/>
          <p:nvPr/>
        </p:nvSpPr>
        <p:spPr>
          <a:xfrm>
            <a:off x="4736592" y="2066543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285231" y="20299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72026"/>
                </a:solidFill>
                <a:latin typeface="Malgun Gothic"/>
                <a:ea typeface="Malgun Gothic"/>
              </a:rPr>
              <a:t>Chrome 확장 페이지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285231" y="2395728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주소창에 chrome://extensions 입력.</a:t>
            </a:r>
          </a:p>
        </p:txBody>
      </p:sp>
      <p:sp>
        <p:nvSpPr>
          <p:cNvPr id="14" name="Shape 14"/>
          <p:cNvSpPr/>
          <p:nvPr/>
        </p:nvSpPr>
        <p:spPr>
          <a:xfrm>
            <a:off x="8183879" y="182880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5" name="Circle 15"/>
          <p:cNvSpPr/>
          <p:nvPr/>
        </p:nvSpPr>
        <p:spPr>
          <a:xfrm>
            <a:off x="8439911" y="2066543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988552" y="20299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72026"/>
                </a:solidFill>
                <a:latin typeface="Malgun Gothic"/>
                <a:ea typeface="Malgun Gothic"/>
              </a:rPr>
              <a:t>개발자 모드 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988552" y="2395728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오른쪽 위 토글을 켭니다.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777240" y="3401568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9" name="Circle 19"/>
          <p:cNvSpPr/>
          <p:nvPr/>
        </p:nvSpPr>
        <p:spPr>
          <a:xfrm>
            <a:off x="1033271" y="3639311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581912" y="360273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72026"/>
                </a:solidFill>
                <a:latin typeface="Malgun Gothic"/>
                <a:ea typeface="Malgun Gothic"/>
              </a:rPr>
              <a:t>Load unpacked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581912" y="3968496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압축 해제한 폴더를 선택합니다.</a:t>
            </a:r>
          </a:p>
        </p:txBody>
      </p:sp>
      <p:sp>
        <p:nvSpPr>
          <p:cNvPr id="22" name="Shape 22"/>
          <p:cNvSpPr/>
          <p:nvPr/>
        </p:nvSpPr>
        <p:spPr>
          <a:xfrm>
            <a:off x="4480559" y="3401568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23" name="Circle 23"/>
          <p:cNvSpPr/>
          <p:nvPr/>
        </p:nvSpPr>
        <p:spPr>
          <a:xfrm>
            <a:off x="4736592" y="3639311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5285231" y="360273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72026"/>
                </a:solidFill>
                <a:latin typeface="Malgun Gothic"/>
                <a:ea typeface="Malgun Gothic"/>
              </a:rPr>
              <a:t>아이콘 고정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285231" y="3968496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퍼즐 메뉴에서 ClickGuide를 고정합니다.</a:t>
            </a:r>
          </a:p>
        </p:txBody>
      </p:sp>
      <p:sp>
        <p:nvSpPr>
          <p:cNvPr id="26" name="Shape 26"/>
          <p:cNvSpPr/>
          <p:nvPr/>
        </p:nvSpPr>
        <p:spPr>
          <a:xfrm>
            <a:off x="8183879" y="3401568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27" name="Circle 27"/>
          <p:cNvSpPr/>
          <p:nvPr/>
        </p:nvSpPr>
        <p:spPr>
          <a:xfrm>
            <a:off x="8439911" y="3639311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988552" y="360273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72026"/>
                </a:solidFill>
                <a:latin typeface="Malgun Gothic"/>
                <a:ea typeface="Malgun Gothic"/>
              </a:rPr>
              <a:t>업무 사이트에서 녹화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988552" y="3968496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녹화 시작 후 평소처럼 클릭합니다.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22960" y="55778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400" b="0">
                <a:solidFill>
                  <a:srgbClr val="52605A"/>
                </a:solidFill>
                <a:latin typeface="Malgun Gothic"/>
                <a:ea typeface="Malgun Gothic"/>
              </a:rPr>
              <a:t>설치 후 업데이트는 새 ZIP으로 폴더를 교체하고 확장 프로그램 카드의 새로고침 버튼만 누르면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가상 캡처 1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698480" y="2286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04 / 10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566928"/>
            <a:ext cx="11155680" cy="9144"/>
          </a:xfrm>
          <a:prstGeom prst="line">
            <a:avLst/>
          </a:prstGeom>
          <a:ln w="12700">
            <a:solidFill>
              <a:srgbClr val="D8DED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7772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400" b="0">
                <a:solidFill>
                  <a:srgbClr val="172026"/>
                </a:solidFill>
                <a:latin typeface="Malgun Gothic"/>
                <a:ea typeface="Malgun Gothic"/>
              </a:rPr>
              <a:t>Chrome 확장 프로그램 화면에서 설치합니다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160020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400" b="0">
                <a:solidFill>
                  <a:srgbClr val="52605A"/>
                </a:solidFill>
                <a:latin typeface="Malgun Gothic"/>
                <a:ea typeface="Malgun Gothic"/>
              </a:rPr>
              <a:t>개발자 모드를 켠 뒤 Load unpacked 버튼을 누릅니다.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847088"/>
            <a:ext cx="10835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CC"/>
            </a:solidFill>
          </a:ln>
        </p:spPr>
      </p:sp>
      <p:sp>
        <p:nvSpPr>
          <p:cNvPr id="8" name="Shape 8"/>
          <p:cNvSpPr/>
          <p:nvPr/>
        </p:nvSpPr>
        <p:spPr>
          <a:xfrm>
            <a:off x="685800" y="1847088"/>
            <a:ext cx="10835640" cy="384048"/>
          </a:xfrm>
          <a:prstGeom prst="rect">
            <a:avLst/>
          </a:prstGeom>
          <a:solidFill>
            <a:srgbClr val="F1F3F2"/>
          </a:solidFill>
          <a:ln w="12700">
            <a:solidFill>
              <a:srgbClr val="C9D1CC"/>
            </a:solidFill>
          </a:ln>
        </p:spPr>
      </p:sp>
      <p:sp>
        <p:nvSpPr>
          <p:cNvPr id="9" name="Circle 9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0" name="Circle 10"/>
          <p:cNvSpPr/>
          <p:nvPr/>
        </p:nvSpPr>
        <p:spPr>
          <a:xfrm>
            <a:off x="1069848" y="197510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" name="Circle 11"/>
          <p:cNvSpPr/>
          <p:nvPr/>
        </p:nvSpPr>
        <p:spPr>
          <a:xfrm>
            <a:off x="1252728" y="1975104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527048" y="1938528"/>
            <a:ext cx="97840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700" b="0">
                <a:solidFill>
                  <a:srgbClr val="6B766F"/>
                </a:solidFill>
                <a:latin typeface="Malgun Gothic"/>
                <a:ea typeface="Malgun Gothic"/>
              </a:rPr>
              <a:t>chrome://extensions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58952" y="2276856"/>
            <a:ext cx="10689336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Extensions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078992" y="27249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800" b="1">
                <a:solidFill>
                  <a:srgbClr val="172026"/>
                </a:solidFill>
                <a:latin typeface="Malgun Gothic"/>
                <a:ea typeface="Malgun Gothic"/>
              </a:rPr>
              <a:t>확장 프로그램</a:t>
            </a:r>
          </a:p>
        </p:txBody>
      </p:sp>
      <p:sp>
        <p:nvSpPr>
          <p:cNvPr id="15" name="Shape 15"/>
          <p:cNvSpPr/>
          <p:nvPr/>
        </p:nvSpPr>
        <p:spPr>
          <a:xfrm>
            <a:off x="9299448" y="2670048"/>
            <a:ext cx="1645920" cy="310896"/>
          </a:xfrm>
          <a:prstGeom prst="rect">
            <a:avLst/>
          </a:prstGeom>
          <a:solidFill>
            <a:srgbClr val="E6FFFA"/>
          </a:solidFill>
          <a:ln w="12700">
            <a:solidFill>
              <a:srgbClr val="99F6E4"/>
            </a:solidFill>
          </a:ln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0F766E"/>
                </a:solidFill>
                <a:latin typeface="Malgun Gothic"/>
                <a:ea typeface="Malgun Gothic"/>
              </a:rPr>
              <a:t>개발자 모드  ON</a:t>
            </a:r>
          </a:p>
        </p:txBody>
      </p:sp>
      <p:sp>
        <p:nvSpPr>
          <p:cNvPr id="16" name="Shape 16"/>
          <p:cNvSpPr/>
          <p:nvPr/>
        </p:nvSpPr>
        <p:spPr>
          <a:xfrm>
            <a:off x="1078992" y="3310127"/>
            <a:ext cx="1463040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Load unpacked</a:t>
            </a:r>
          </a:p>
        </p:txBody>
      </p:sp>
      <p:sp>
        <p:nvSpPr>
          <p:cNvPr id="17" name="Shape 17"/>
          <p:cNvSpPr/>
          <p:nvPr/>
        </p:nvSpPr>
        <p:spPr>
          <a:xfrm>
            <a:off x="2724911" y="3310127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ctr"/>
            <a:r>
              <a:rPr lang="ko-KR" sz="900" b="1">
                <a:solidFill>
                  <a:srgbClr val="52605A"/>
                </a:solidFill>
                <a:latin typeface="Malgun Gothic"/>
                <a:ea typeface="Malgun Gothic"/>
              </a:rPr>
              <a:t>Pack extension</a:t>
            </a:r>
          </a:p>
        </p:txBody>
      </p:sp>
      <p:sp>
        <p:nvSpPr>
          <p:cNvPr id="18" name="Marker 18"/>
          <p:cNvSpPr/>
          <p:nvPr/>
        </p:nvSpPr>
        <p:spPr>
          <a:xfrm>
            <a:off x="9116567" y="2542032"/>
            <a:ext cx="786384" cy="786384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19" name="Circle 19"/>
          <p:cNvSpPr/>
          <p:nvPr/>
        </p:nvSpPr>
        <p:spPr>
          <a:xfrm>
            <a:off x="8887967" y="2340863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0" name="Marker 20"/>
          <p:cNvSpPr/>
          <p:nvPr/>
        </p:nvSpPr>
        <p:spPr>
          <a:xfrm>
            <a:off x="1508760" y="3090672"/>
            <a:ext cx="713232" cy="713232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21" name="Circle 21"/>
          <p:cNvSpPr/>
          <p:nvPr/>
        </p:nvSpPr>
        <p:spPr>
          <a:xfrm>
            <a:off x="1289304" y="2889503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2" name="Shape 22"/>
          <p:cNvSpPr/>
          <p:nvPr/>
        </p:nvSpPr>
        <p:spPr>
          <a:xfrm>
            <a:off x="1078992" y="4005072"/>
            <a:ext cx="2788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289304" y="42245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172026"/>
                </a:solidFill>
                <a:latin typeface="Malgun Gothic"/>
                <a:ea typeface="Malgun Gothic"/>
              </a:rPr>
              <a:t>ClickGuide Local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289304" y="45902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0">
                <a:solidFill>
                  <a:srgbClr val="52605A"/>
                </a:solidFill>
                <a:latin typeface="Malgun Gothic"/>
                <a:ea typeface="Malgun Gothic"/>
              </a:rPr>
              <a:t>Record browser clicks...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275320" y="5440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500" b="1">
                <a:solidFill>
                  <a:srgbClr val="EF4444"/>
                </a:solidFill>
                <a:latin typeface="Malgun Gothic"/>
                <a:ea typeface="Malgun Gothic"/>
              </a:rPr>
              <a:t>여기서 폴더 선택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가상 캡처 2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698480" y="2286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05 / 10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566928"/>
            <a:ext cx="11155680" cy="9144"/>
          </a:xfrm>
          <a:prstGeom prst="line">
            <a:avLst/>
          </a:prstGeom>
          <a:ln w="12700">
            <a:solidFill>
              <a:srgbClr val="D8DED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7772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400" b="0">
                <a:solidFill>
                  <a:srgbClr val="172026"/>
                </a:solidFill>
                <a:latin typeface="Malgun Gothic"/>
                <a:ea typeface="Malgun Gothic"/>
              </a:rPr>
              <a:t>폴더 선택은 manifest.json이 기준입니다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1920240"/>
            <a:ext cx="4983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51560" y="221284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B42318"/>
                </a:solidFill>
                <a:latin typeface="Malgun Gothic"/>
                <a:ea typeface="Malgun Gothic"/>
              </a:rPr>
              <a:t>잘못된 선택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51560" y="265176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172026"/>
                </a:solidFill>
                <a:latin typeface="Malgun Gothic"/>
                <a:ea typeface="Malgun Gothic"/>
              </a:rPr>
              <a:t>ClickGuideLocal-extension</a:t>
            </a:r>
          </a:p>
        </p:txBody>
      </p:sp>
      <p:sp>
        <p:nvSpPr>
          <p:cNvPr id="9" name="Shape 9"/>
          <p:cNvSpPr/>
          <p:nvPr/>
        </p:nvSpPr>
        <p:spPr>
          <a:xfrm>
            <a:off x="1078992" y="3063240"/>
            <a:ext cx="3474720" cy="274320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900" b="0">
                <a:solidFill>
                  <a:srgbClr val="52605A"/>
                </a:solidFill>
                <a:latin typeface="Malgun Gothic"/>
                <a:ea typeface="Malgun Gothic"/>
              </a:rPr>
              <a:t>assets</a:t>
            </a:r>
          </a:p>
        </p:txBody>
      </p:sp>
      <p:sp>
        <p:nvSpPr>
          <p:cNvPr id="10" name="Shape 10"/>
          <p:cNvSpPr/>
          <p:nvPr/>
        </p:nvSpPr>
        <p:spPr>
          <a:xfrm>
            <a:off x="1078992" y="3483864"/>
            <a:ext cx="3474720" cy="274320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900" b="0">
                <a:solidFill>
                  <a:srgbClr val="52605A"/>
                </a:solidFill>
                <a:latin typeface="Malgun Gothic"/>
                <a:ea typeface="Malgun Gothic"/>
              </a:rPr>
              <a:t>guide-editor.html</a:t>
            </a:r>
          </a:p>
        </p:txBody>
      </p:sp>
      <p:sp>
        <p:nvSpPr>
          <p:cNvPr id="11" name="Shape 11"/>
          <p:cNvSpPr/>
          <p:nvPr/>
        </p:nvSpPr>
        <p:spPr>
          <a:xfrm>
            <a:off x="1078992" y="3904488"/>
            <a:ext cx="3474720" cy="274320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900" b="0">
                <a:solidFill>
                  <a:srgbClr val="52605A"/>
                </a:solidFill>
                <a:latin typeface="Malgun Gothic"/>
                <a:ea typeface="Malgun Gothic"/>
              </a:rPr>
              <a:t>popup.html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51560" y="45262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100" b="1">
                <a:solidFill>
                  <a:srgbClr val="B42318"/>
                </a:solidFill>
                <a:latin typeface="Malgun Gothic"/>
                <a:ea typeface="Malgun Gothic"/>
              </a:rPr>
              <a:t>하위 폴더 assets를 고르면 실패합니다.</a:t>
            </a:r>
          </a:p>
        </p:txBody>
      </p:sp>
      <p:sp>
        <p:nvSpPr>
          <p:cNvPr id="13" name="Shape 13"/>
          <p:cNvSpPr/>
          <p:nvPr/>
        </p:nvSpPr>
        <p:spPr>
          <a:xfrm>
            <a:off x="6446520" y="1920240"/>
            <a:ext cx="4983480" cy="3291840"/>
          </a:xfrm>
          <a:prstGeom prst="rect">
            <a:avLst/>
          </a:prstGeom>
          <a:solidFill>
            <a:srgbClr val="E6FFFA"/>
          </a:solidFill>
          <a:ln w="12700">
            <a:solidFill>
              <a:srgbClr val="99F6E4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720840" y="221284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0F766E"/>
                </a:solidFill>
                <a:latin typeface="Malgun Gothic"/>
                <a:ea typeface="Malgun Gothic"/>
              </a:rPr>
              <a:t>올바른 선택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720840" y="265176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172026"/>
                </a:solidFill>
                <a:latin typeface="Malgun Gothic"/>
                <a:ea typeface="Malgun Gothic"/>
              </a:rPr>
              <a:t>ClickGuideLocal-extension</a:t>
            </a:r>
          </a:p>
        </p:txBody>
      </p:sp>
      <p:sp>
        <p:nvSpPr>
          <p:cNvPr id="16" name="Shape 16"/>
          <p:cNvSpPr/>
          <p:nvPr/>
        </p:nvSpPr>
        <p:spPr>
          <a:xfrm>
            <a:off x="6748272" y="3063240"/>
            <a:ext cx="3474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900" b="1">
                <a:solidFill>
                  <a:srgbClr val="0F766E"/>
                </a:solidFill>
                <a:latin typeface="Malgun Gothic"/>
                <a:ea typeface="Malgun Gothic"/>
              </a:rPr>
              <a:t>manifest.json</a:t>
            </a:r>
          </a:p>
        </p:txBody>
      </p:sp>
      <p:sp>
        <p:nvSpPr>
          <p:cNvPr id="17" name="Shape 17"/>
          <p:cNvSpPr/>
          <p:nvPr/>
        </p:nvSpPr>
        <p:spPr>
          <a:xfrm>
            <a:off x="6748272" y="3438144"/>
            <a:ext cx="3474720" cy="246888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900" b="0">
                <a:solidFill>
                  <a:srgbClr val="52605A"/>
                </a:solidFill>
                <a:latin typeface="Malgun Gothic"/>
                <a:ea typeface="Malgun Gothic"/>
              </a:rPr>
              <a:t>assets</a:t>
            </a:r>
          </a:p>
        </p:txBody>
      </p:sp>
      <p:sp>
        <p:nvSpPr>
          <p:cNvPr id="18" name="Shape 18"/>
          <p:cNvSpPr/>
          <p:nvPr/>
        </p:nvSpPr>
        <p:spPr>
          <a:xfrm>
            <a:off x="6748272" y="3813048"/>
            <a:ext cx="3474720" cy="246888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900" b="0">
                <a:solidFill>
                  <a:srgbClr val="52605A"/>
                </a:solidFill>
                <a:latin typeface="Malgun Gothic"/>
                <a:ea typeface="Malgun Gothic"/>
              </a:rPr>
              <a:t>guide-editor.html</a:t>
            </a:r>
          </a:p>
        </p:txBody>
      </p:sp>
      <p:sp>
        <p:nvSpPr>
          <p:cNvPr id="19" name="Shape 19"/>
          <p:cNvSpPr/>
          <p:nvPr/>
        </p:nvSpPr>
        <p:spPr>
          <a:xfrm>
            <a:off x="6748272" y="4187952"/>
            <a:ext cx="3474720" cy="246888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900" b="0">
                <a:solidFill>
                  <a:srgbClr val="52605A"/>
                </a:solidFill>
                <a:latin typeface="Malgun Gothic"/>
                <a:ea typeface="Malgun Gothic"/>
              </a:rPr>
              <a:t>popup.html</a:t>
            </a:r>
          </a:p>
        </p:txBody>
      </p:sp>
      <p:sp>
        <p:nvSpPr>
          <p:cNvPr id="20" name="Marker 20"/>
          <p:cNvSpPr/>
          <p:nvPr/>
        </p:nvSpPr>
        <p:spPr>
          <a:xfrm>
            <a:off x="6537960" y="2907792"/>
            <a:ext cx="658368" cy="658368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21" name="Circle 21"/>
          <p:cNvSpPr/>
          <p:nvPr/>
        </p:nvSpPr>
        <p:spPr>
          <a:xfrm>
            <a:off x="6327648" y="2724912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720840" y="4645152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100" b="1">
                <a:solidFill>
                  <a:srgbClr val="0F766E"/>
                </a:solidFill>
                <a:latin typeface="Malgun Gothic"/>
                <a:ea typeface="Malgun Gothic"/>
              </a:rPr>
              <a:t>manifest.json이 바로 보이는 폴더를 선택합니다.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가상 캡처 3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698480" y="2286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06 / 10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566928"/>
            <a:ext cx="11155680" cy="9144"/>
          </a:xfrm>
          <a:prstGeom prst="line">
            <a:avLst/>
          </a:prstGeom>
          <a:ln w="12700">
            <a:solidFill>
              <a:srgbClr val="D8DED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7772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400" b="0">
                <a:solidFill>
                  <a:srgbClr val="172026"/>
                </a:solidFill>
                <a:latin typeface="Malgun Gothic"/>
                <a:ea typeface="Malgun Gothic"/>
              </a:rPr>
              <a:t>설치 후 아이콘을 고정하고 녹화를 시작합니다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737360"/>
            <a:ext cx="6492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CC"/>
            </a:solidFill>
          </a:ln>
        </p:spPr>
      </p:sp>
      <p:sp>
        <p:nvSpPr>
          <p:cNvPr id="7" name="Shape 7"/>
          <p:cNvSpPr/>
          <p:nvPr/>
        </p:nvSpPr>
        <p:spPr>
          <a:xfrm>
            <a:off x="685800" y="1737360"/>
            <a:ext cx="6492240" cy="384048"/>
          </a:xfrm>
          <a:prstGeom prst="rect">
            <a:avLst/>
          </a:prstGeom>
          <a:solidFill>
            <a:srgbClr val="F1F3F2"/>
          </a:solidFill>
          <a:ln w="12700">
            <a:solidFill>
              <a:srgbClr val="C9D1CC"/>
            </a:solidFill>
          </a:ln>
        </p:spPr>
      </p:sp>
      <p:sp>
        <p:nvSpPr>
          <p:cNvPr id="8" name="Circle 8"/>
          <p:cNvSpPr/>
          <p:nvPr/>
        </p:nvSpPr>
        <p:spPr>
          <a:xfrm>
            <a:off x="886968" y="1865376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Circle 9"/>
          <p:cNvSpPr/>
          <p:nvPr/>
        </p:nvSpPr>
        <p:spPr>
          <a:xfrm>
            <a:off x="1069848" y="18653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Circle 10"/>
          <p:cNvSpPr/>
          <p:nvPr/>
        </p:nvSpPr>
        <p:spPr>
          <a:xfrm>
            <a:off x="1252728" y="1865376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527048" y="1828800"/>
            <a:ext cx="5440679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700" b="0">
                <a:solidFill>
                  <a:srgbClr val="6B766F"/>
                </a:solidFill>
                <a:latin typeface="Malgun Gothic"/>
                <a:ea typeface="Malgun Gothic"/>
              </a:rPr>
              <a:t>https://example.com/admin/customers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58952" y="2167128"/>
            <a:ext cx="6345936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Customer Admin</a:t>
            </a:r>
          </a:p>
        </p:txBody>
      </p:sp>
      <p:sp>
        <p:nvSpPr>
          <p:cNvPr id="13" name="Shape 13"/>
          <p:cNvSpPr/>
          <p:nvPr/>
        </p:nvSpPr>
        <p:spPr>
          <a:xfrm>
            <a:off x="1078992" y="2706624"/>
            <a:ext cx="1325880" cy="438912"/>
          </a:xfrm>
          <a:prstGeom prst="rect">
            <a:avLst/>
          </a:prstGeom>
          <a:solidFill>
            <a:srgbClr val="172026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관리 메뉴</a:t>
            </a:r>
          </a:p>
        </p:txBody>
      </p:sp>
      <p:sp>
        <p:nvSpPr>
          <p:cNvPr id="14" name="Shape 14"/>
          <p:cNvSpPr/>
          <p:nvPr/>
        </p:nvSpPr>
        <p:spPr>
          <a:xfrm>
            <a:off x="2724911" y="2706624"/>
            <a:ext cx="1325880" cy="43891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신규 등록</a:t>
            </a:r>
          </a:p>
        </p:txBody>
      </p:sp>
      <p:sp>
        <p:nvSpPr>
          <p:cNvPr id="15" name="Shape 15"/>
          <p:cNvSpPr/>
          <p:nvPr/>
        </p:nvSpPr>
        <p:spPr>
          <a:xfrm>
            <a:off x="1078992" y="3593591"/>
            <a:ext cx="5705855" cy="2011680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1353312" y="393192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72026"/>
                </a:solidFill>
                <a:latin typeface="Malgun Gothic"/>
                <a:ea typeface="Malgun Gothic"/>
              </a:rPr>
              <a:t>고객 목록</a:t>
            </a:r>
          </a:p>
        </p:txBody>
      </p:sp>
      <p:sp>
        <p:nvSpPr>
          <p:cNvPr id="17" name="Marker 17"/>
          <p:cNvSpPr/>
          <p:nvPr/>
        </p:nvSpPr>
        <p:spPr>
          <a:xfrm>
            <a:off x="3017520" y="2606039"/>
            <a:ext cx="658368" cy="658368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18" name="Circle 18"/>
          <p:cNvSpPr/>
          <p:nvPr/>
        </p:nvSpPr>
        <p:spPr>
          <a:xfrm>
            <a:off x="2770632" y="2414015"/>
            <a:ext cx="301752" cy="3017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9" name="Shape 19"/>
          <p:cNvSpPr/>
          <p:nvPr/>
        </p:nvSpPr>
        <p:spPr>
          <a:xfrm>
            <a:off x="7726679" y="1847088"/>
            <a:ext cx="2880360" cy="2971800"/>
          </a:xfrm>
          <a:prstGeom prst="rect">
            <a:avLst/>
          </a:prstGeom>
          <a:solidFill>
            <a:srgbClr val="F7F8F5"/>
          </a:solidFill>
          <a:ln w="12700">
            <a:solidFill>
              <a:srgbClr val="C9D1CC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927848" y="2011680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172026"/>
                </a:solidFill>
                <a:latin typeface="Malgun Gothic"/>
                <a:ea typeface="Malgun Gothic"/>
              </a:rPr>
              <a:t>ClickGuide Local</a:t>
            </a:r>
          </a:p>
        </p:txBody>
      </p:sp>
      <p:sp>
        <p:nvSpPr>
          <p:cNvPr id="21" name="Shape 21"/>
          <p:cNvSpPr/>
          <p:nvPr/>
        </p:nvSpPr>
        <p:spPr>
          <a:xfrm>
            <a:off x="9692640" y="2002536"/>
            <a:ext cx="685800" cy="237744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B42318"/>
                </a:solidFill>
                <a:latin typeface="Malgun Gothic"/>
                <a:ea typeface="Malgun Gothic"/>
              </a:rPr>
              <a:t>녹화 중</a:t>
            </a:r>
          </a:p>
        </p:txBody>
      </p:sp>
      <p:sp>
        <p:nvSpPr>
          <p:cNvPr id="22" name="Shape 22"/>
          <p:cNvSpPr/>
          <p:nvPr/>
        </p:nvSpPr>
        <p:spPr>
          <a:xfrm>
            <a:off x="7927848" y="2414016"/>
            <a:ext cx="247802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8110727" y="2523744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700" b="1">
                <a:solidFill>
                  <a:srgbClr val="6B766F"/>
                </a:solidFill>
                <a:latin typeface="Malgun Gothic"/>
                <a:ea typeface="Malgun Gothic"/>
              </a:rPr>
              <a:t>기록된 단계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110727" y="268833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7202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5" name="Shape 25"/>
          <p:cNvSpPr/>
          <p:nvPr/>
        </p:nvSpPr>
        <p:spPr>
          <a:xfrm>
            <a:off x="7927848" y="3200400"/>
            <a:ext cx="2478024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녹화 시작</a:t>
            </a:r>
          </a:p>
        </p:txBody>
      </p:sp>
      <p:sp>
        <p:nvSpPr>
          <p:cNvPr id="26" name="Shape 26"/>
          <p:cNvSpPr/>
          <p:nvPr/>
        </p:nvSpPr>
        <p:spPr>
          <a:xfrm>
            <a:off x="7927848" y="3657600"/>
            <a:ext cx="1051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172026"/>
                </a:solidFill>
                <a:latin typeface="Malgun Gothic"/>
                <a:ea typeface="Malgun Gothic"/>
              </a:rPr>
              <a:t>일시정지</a:t>
            </a:r>
          </a:p>
        </p:txBody>
      </p:sp>
      <p:sp>
        <p:nvSpPr>
          <p:cNvPr id="27" name="Shape 27"/>
          <p:cNvSpPr/>
          <p:nvPr/>
        </p:nvSpPr>
        <p:spPr>
          <a:xfrm>
            <a:off x="9079992" y="3657600"/>
            <a:ext cx="1051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172026"/>
                </a:solidFill>
                <a:latin typeface="Malgun Gothic"/>
                <a:ea typeface="Malgun Gothic"/>
              </a:rPr>
              <a:t>녹화 종료</a:t>
            </a:r>
          </a:p>
        </p:txBody>
      </p:sp>
      <p:sp>
        <p:nvSpPr>
          <p:cNvPr id="28" name="Shape 28"/>
          <p:cNvSpPr/>
          <p:nvPr/>
        </p:nvSpPr>
        <p:spPr>
          <a:xfrm>
            <a:off x="7927848" y="4087368"/>
            <a:ext cx="247802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B42318"/>
                </a:solidFill>
                <a:latin typeface="Malgun Gothic"/>
                <a:ea typeface="Malgun Gothic"/>
              </a:rPr>
              <a:t>마지막 단계 삭제</a:t>
            </a:r>
          </a:p>
        </p:txBody>
      </p:sp>
      <p:sp>
        <p:nvSpPr>
          <p:cNvPr id="29" name="Marker 29"/>
          <p:cNvSpPr/>
          <p:nvPr/>
        </p:nvSpPr>
        <p:spPr>
          <a:xfrm>
            <a:off x="8101583" y="3090672"/>
            <a:ext cx="658368" cy="658368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30" name="Circle 30"/>
          <p:cNvSpPr/>
          <p:nvPr/>
        </p:nvSpPr>
        <p:spPr>
          <a:xfrm>
            <a:off x="7882127" y="2907792"/>
            <a:ext cx="301752" cy="3017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7635240" y="521208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300" b="0">
                <a:solidFill>
                  <a:srgbClr val="52605A"/>
                </a:solidFill>
                <a:latin typeface="Malgun Gothic"/>
                <a:ea typeface="Malgun Gothic"/>
              </a:rPr>
              <a:t>녹화 중에는 클릭할 때마다</a:t>
            </a:r>
          </a:p>
          <a:p>
            <a:pPr algn="l"/>
            <a:r>
              <a:rPr lang="ko-KR" sz="1300" b="0">
                <a:solidFill>
                  <a:srgbClr val="52605A"/>
                </a:solidFill>
                <a:latin typeface="Malgun Gothic"/>
                <a:ea typeface="Malgun Gothic"/>
              </a:rPr>
              <a:t>좌표와 스크린샷이 저장됩니다.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녹화 원리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698480" y="2286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07 / 10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566928"/>
            <a:ext cx="11155680" cy="9144"/>
          </a:xfrm>
          <a:prstGeom prst="line">
            <a:avLst/>
          </a:prstGeom>
          <a:ln w="12700">
            <a:solidFill>
              <a:srgbClr val="D8DED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7772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400" b="0">
                <a:solidFill>
                  <a:srgbClr val="172026"/>
                </a:solidFill>
                <a:latin typeface="Malgun Gothic"/>
                <a:ea typeface="Malgun Gothic"/>
              </a:rPr>
              <a:t>사용자는 평소처럼 클릭하면 됩니다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160020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400" b="0">
                <a:solidFill>
                  <a:srgbClr val="52605A"/>
                </a:solidFill>
                <a:latin typeface="Malgun Gothic"/>
                <a:ea typeface="Malgun Gothic"/>
              </a:rPr>
              <a:t>동그라미와 번호는 나중에 자동으로 표시됩니다.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1828800"/>
            <a:ext cx="10607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CC"/>
            </a:solidFill>
          </a:ln>
        </p:spPr>
      </p:sp>
      <p:sp>
        <p:nvSpPr>
          <p:cNvPr id="8" name="Shape 8"/>
          <p:cNvSpPr/>
          <p:nvPr/>
        </p:nvSpPr>
        <p:spPr>
          <a:xfrm>
            <a:off x="777240" y="1828800"/>
            <a:ext cx="10607040" cy="384048"/>
          </a:xfrm>
          <a:prstGeom prst="rect">
            <a:avLst/>
          </a:prstGeom>
          <a:solidFill>
            <a:srgbClr val="F1F3F2"/>
          </a:solidFill>
          <a:ln w="12700">
            <a:solidFill>
              <a:srgbClr val="C9D1CC"/>
            </a:solidFill>
          </a:ln>
        </p:spPr>
      </p:sp>
      <p:sp>
        <p:nvSpPr>
          <p:cNvPr id="9" name="Circle 9"/>
          <p:cNvSpPr/>
          <p:nvPr/>
        </p:nvSpPr>
        <p:spPr>
          <a:xfrm>
            <a:off x="978408" y="1956816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0" name="Circle 10"/>
          <p:cNvSpPr/>
          <p:nvPr/>
        </p:nvSpPr>
        <p:spPr>
          <a:xfrm>
            <a:off x="1161288" y="195681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" name="Circle 11"/>
          <p:cNvSpPr/>
          <p:nvPr/>
        </p:nvSpPr>
        <p:spPr>
          <a:xfrm>
            <a:off x="1344168" y="1956816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618488" y="1920240"/>
            <a:ext cx="95554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700" b="0">
                <a:solidFill>
                  <a:srgbClr val="6B766F"/>
                </a:solidFill>
                <a:latin typeface="Malgun Gothic"/>
                <a:ea typeface="Malgun Gothic"/>
              </a:rPr>
              <a:t>https://example.com/admin/customers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50392" y="2258568"/>
            <a:ext cx="10460736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Customer Admin</a:t>
            </a:r>
          </a:p>
        </p:txBody>
      </p:sp>
      <p:sp>
        <p:nvSpPr>
          <p:cNvPr id="14" name="Shape 14"/>
          <p:cNvSpPr/>
          <p:nvPr/>
        </p:nvSpPr>
        <p:spPr>
          <a:xfrm>
            <a:off x="1216152" y="2798064"/>
            <a:ext cx="1417320" cy="384048"/>
          </a:xfrm>
          <a:prstGeom prst="rect">
            <a:avLst/>
          </a:prstGeom>
          <a:solidFill>
            <a:srgbClr val="172026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Malgun Gothic"/>
                <a:ea typeface="Malgun Gothic"/>
              </a:rPr>
              <a:t>고객 관리</a:t>
            </a:r>
          </a:p>
        </p:txBody>
      </p:sp>
      <p:sp>
        <p:nvSpPr>
          <p:cNvPr id="15" name="Shape 15"/>
          <p:cNvSpPr/>
          <p:nvPr/>
        </p:nvSpPr>
        <p:spPr>
          <a:xfrm>
            <a:off x="2907791" y="2798064"/>
            <a:ext cx="141732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Malgun Gothic"/>
                <a:ea typeface="Malgun Gothic"/>
              </a:rPr>
              <a:t>신규 등록</a:t>
            </a:r>
          </a:p>
        </p:txBody>
      </p:sp>
      <p:sp>
        <p:nvSpPr>
          <p:cNvPr id="16" name="Shape 16"/>
          <p:cNvSpPr/>
          <p:nvPr/>
        </p:nvSpPr>
        <p:spPr>
          <a:xfrm>
            <a:off x="1216152" y="3502152"/>
            <a:ext cx="9729216" cy="2331720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472184" y="3785616"/>
            <a:ext cx="921715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8" name="Shape 18"/>
          <p:cNvSpPr/>
          <p:nvPr/>
        </p:nvSpPr>
        <p:spPr>
          <a:xfrm>
            <a:off x="1472184" y="4169664"/>
            <a:ext cx="921715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472184" y="4553712"/>
            <a:ext cx="921715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472184" y="4937760"/>
            <a:ext cx="921715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21" name="Marker 21"/>
          <p:cNvSpPr/>
          <p:nvPr/>
        </p:nvSpPr>
        <p:spPr>
          <a:xfrm>
            <a:off x="1719072" y="2651760"/>
            <a:ext cx="566928" cy="566928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22" name="Circle 22"/>
          <p:cNvSpPr/>
          <p:nvPr/>
        </p:nvSpPr>
        <p:spPr>
          <a:xfrm>
            <a:off x="1508760" y="246888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3" name="Marker 23"/>
          <p:cNvSpPr/>
          <p:nvPr/>
        </p:nvSpPr>
        <p:spPr>
          <a:xfrm>
            <a:off x="3364991" y="2651760"/>
            <a:ext cx="566928" cy="566928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24" name="Circle 24"/>
          <p:cNvSpPr/>
          <p:nvPr/>
        </p:nvSpPr>
        <p:spPr>
          <a:xfrm>
            <a:off x="3154679" y="246888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5" name="Marker 25"/>
          <p:cNvSpPr/>
          <p:nvPr/>
        </p:nvSpPr>
        <p:spPr>
          <a:xfrm>
            <a:off x="9079992" y="4005072"/>
            <a:ext cx="566928" cy="566928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26" name="Circle 26"/>
          <p:cNvSpPr/>
          <p:nvPr/>
        </p:nvSpPr>
        <p:spPr>
          <a:xfrm>
            <a:off x="8869680" y="3822192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7" name="Shape 27"/>
          <p:cNvSpPr/>
          <p:nvPr/>
        </p:nvSpPr>
        <p:spPr>
          <a:xfrm>
            <a:off x="960120" y="5303520"/>
            <a:ext cx="2971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172026"/>
                </a:solidFill>
                <a:latin typeface="Malgun Gothic"/>
                <a:ea typeface="Malgun Gothic"/>
              </a:rPr>
              <a:t>URL / 제목 / 좌표 저장</a:t>
            </a:r>
          </a:p>
        </p:txBody>
      </p:sp>
      <p:sp>
        <p:nvSpPr>
          <p:cNvPr id="28" name="Shape 28"/>
          <p:cNvSpPr/>
          <p:nvPr/>
        </p:nvSpPr>
        <p:spPr>
          <a:xfrm>
            <a:off x="4572000" y="5303520"/>
            <a:ext cx="2971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172026"/>
                </a:solidFill>
                <a:latin typeface="Malgun Gothic"/>
                <a:ea typeface="Malgun Gothic"/>
              </a:rPr>
              <a:t>클릭 순간 스크린샷 저장</a:t>
            </a:r>
          </a:p>
        </p:txBody>
      </p:sp>
      <p:sp>
        <p:nvSpPr>
          <p:cNvPr id="29" name="Shape 29"/>
          <p:cNvSpPr/>
          <p:nvPr/>
        </p:nvSpPr>
        <p:spPr>
          <a:xfrm>
            <a:off x="8183879" y="5303520"/>
            <a:ext cx="2971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172026"/>
                </a:solidFill>
                <a:latin typeface="Malgun Gothic"/>
                <a:ea typeface="Malgun Gothic"/>
              </a:rPr>
              <a:t>순서 번호 자동 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가상 캡처 4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698480" y="2286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08 / 10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566928"/>
            <a:ext cx="11155680" cy="9144"/>
          </a:xfrm>
          <a:prstGeom prst="line">
            <a:avLst/>
          </a:prstGeom>
          <a:ln w="12700">
            <a:solidFill>
              <a:srgbClr val="D8DED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7772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400" b="0">
                <a:solidFill>
                  <a:srgbClr val="172026"/>
                </a:solidFill>
                <a:latin typeface="Malgun Gothic"/>
                <a:ea typeface="Malgun Gothic"/>
              </a:rPr>
              <a:t>녹화 종료 후 편집 화면에서 정리합니다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600200"/>
            <a:ext cx="107899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CC"/>
            </a:solidFill>
          </a:ln>
        </p:spPr>
      </p:sp>
      <p:sp>
        <p:nvSpPr>
          <p:cNvPr id="7" name="Shape 7"/>
          <p:cNvSpPr/>
          <p:nvPr/>
        </p:nvSpPr>
        <p:spPr>
          <a:xfrm>
            <a:off x="731520" y="1600200"/>
            <a:ext cx="10789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96112" y="171907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900" b="1">
                <a:solidFill>
                  <a:srgbClr val="0F766E"/>
                </a:solidFill>
                <a:latin typeface="Malgun Gothic"/>
                <a:ea typeface="Malgun Gothic"/>
              </a:rPr>
              <a:t>ClickGuide</a:t>
            </a:r>
          </a:p>
        </p:txBody>
      </p:sp>
      <p:sp>
        <p:nvSpPr>
          <p:cNvPr id="9" name="Shape 9"/>
          <p:cNvSpPr/>
          <p:nvPr/>
        </p:nvSpPr>
        <p:spPr>
          <a:xfrm>
            <a:off x="10378440" y="1700784"/>
            <a:ext cx="868680" cy="21945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700" b="1">
                <a:solidFill>
                  <a:srgbClr val="FFFFFF"/>
                </a:solidFill>
                <a:latin typeface="Malgun Gothic"/>
                <a:ea typeface="Malgun Gothic"/>
              </a:rPr>
              <a:t>HTML export</a:t>
            </a:r>
          </a:p>
        </p:txBody>
      </p:sp>
      <p:sp>
        <p:nvSpPr>
          <p:cNvPr id="10" name="Shape 10"/>
          <p:cNvSpPr/>
          <p:nvPr/>
        </p:nvSpPr>
        <p:spPr>
          <a:xfrm>
            <a:off x="731520" y="2011680"/>
            <a:ext cx="1828800" cy="4114800"/>
          </a:xfrm>
          <a:prstGeom prst="rect">
            <a:avLst/>
          </a:prstGeom>
          <a:solidFill>
            <a:srgbClr val="FAFAF8"/>
          </a:solidFill>
          <a:ln w="12700">
            <a:solidFill>
              <a:srgbClr val="D8DED8"/>
            </a:solidFill>
          </a:ln>
        </p:spPr>
      </p:sp>
      <p:sp>
        <p:nvSpPr>
          <p:cNvPr id="11" name="Shape 11"/>
          <p:cNvSpPr/>
          <p:nvPr/>
        </p:nvSpPr>
        <p:spPr>
          <a:xfrm>
            <a:off x="9464040" y="2011680"/>
            <a:ext cx="2057400" cy="4114800"/>
          </a:xfrm>
          <a:prstGeom prst="rect">
            <a:avLst/>
          </a:prstGeom>
          <a:solidFill>
            <a:srgbClr val="FAFAF8"/>
          </a:solidFill>
          <a:ln w="12700">
            <a:solidFill>
              <a:srgbClr val="D8DED8"/>
            </a:solidFill>
          </a:ln>
        </p:spPr>
      </p:sp>
      <p:sp>
        <p:nvSpPr>
          <p:cNvPr id="12" name="Shape 12"/>
          <p:cNvSpPr/>
          <p:nvPr/>
        </p:nvSpPr>
        <p:spPr>
          <a:xfrm>
            <a:off x="877824" y="2286000"/>
            <a:ext cx="1536192" cy="402336"/>
          </a:xfrm>
          <a:prstGeom prst="rect">
            <a:avLst/>
          </a:prstGeom>
          <a:solidFill>
            <a:srgbClr val="E6FFFA"/>
          </a:solidFill>
          <a:ln w="12700">
            <a:solidFill>
              <a:srgbClr val="D8DED8"/>
            </a:solidFill>
          </a:ln>
        </p:spPr>
      </p:sp>
      <p:sp>
        <p:nvSpPr>
          <p:cNvPr id="13" name="Circle 13"/>
          <p:cNvSpPr/>
          <p:nvPr/>
        </p:nvSpPr>
        <p:spPr>
          <a:xfrm>
            <a:off x="1005840" y="2386584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261872" y="2414016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700" b="1">
                <a:solidFill>
                  <a:srgbClr val="172026"/>
                </a:solidFill>
                <a:latin typeface="Malgun Gothic"/>
                <a:ea typeface="Malgun Gothic"/>
              </a:rPr>
              <a:t>고객 관리</a:t>
            </a:r>
          </a:p>
        </p:txBody>
      </p:sp>
      <p:sp>
        <p:nvSpPr>
          <p:cNvPr id="15" name="Shape 15"/>
          <p:cNvSpPr/>
          <p:nvPr/>
        </p:nvSpPr>
        <p:spPr>
          <a:xfrm>
            <a:off x="877824" y="2852928"/>
            <a:ext cx="15361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6" name="Circle 16"/>
          <p:cNvSpPr/>
          <p:nvPr/>
        </p:nvSpPr>
        <p:spPr>
          <a:xfrm>
            <a:off x="1005840" y="2953512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261872" y="2980944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700" b="1">
                <a:solidFill>
                  <a:srgbClr val="172026"/>
                </a:solidFill>
                <a:latin typeface="Malgun Gothic"/>
                <a:ea typeface="Malgun Gothic"/>
              </a:rPr>
              <a:t>신규 등록</a:t>
            </a:r>
          </a:p>
        </p:txBody>
      </p:sp>
      <p:sp>
        <p:nvSpPr>
          <p:cNvPr id="18" name="Shape 18"/>
          <p:cNvSpPr/>
          <p:nvPr/>
        </p:nvSpPr>
        <p:spPr>
          <a:xfrm>
            <a:off x="877824" y="3419856"/>
            <a:ext cx="15361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9" name="Circle 19"/>
          <p:cNvSpPr/>
          <p:nvPr/>
        </p:nvSpPr>
        <p:spPr>
          <a:xfrm>
            <a:off x="1005840" y="352044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261872" y="3547872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700" b="1">
                <a:solidFill>
                  <a:srgbClr val="172026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21" name="Shape 21"/>
          <p:cNvSpPr/>
          <p:nvPr/>
        </p:nvSpPr>
        <p:spPr>
          <a:xfrm>
            <a:off x="2788920" y="2313432"/>
            <a:ext cx="6446520" cy="3566160"/>
          </a:xfrm>
          <a:prstGeom prst="rect">
            <a:avLst/>
          </a:prstGeom>
          <a:solidFill>
            <a:srgbClr val="F1F5F4"/>
          </a:solidFill>
          <a:ln w="12700">
            <a:solidFill>
              <a:srgbClr val="D8DED8"/>
            </a:solidFill>
          </a:ln>
        </p:spPr>
      </p:sp>
      <p:sp>
        <p:nvSpPr>
          <p:cNvPr id="22" name="Shape 22"/>
          <p:cNvSpPr/>
          <p:nvPr/>
        </p:nvSpPr>
        <p:spPr>
          <a:xfrm>
            <a:off x="3108960" y="2633472"/>
            <a:ext cx="5806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800" b="0">
                <a:solidFill>
                  <a:srgbClr val="52605A"/>
                </a:solidFill>
                <a:latin typeface="Malgun Gothic"/>
                <a:ea typeface="Malgun Gothic"/>
              </a:rPr>
              <a:t>Customer Admin</a:t>
            </a:r>
          </a:p>
        </p:txBody>
      </p:sp>
      <p:sp>
        <p:nvSpPr>
          <p:cNvPr id="23" name="Shape 23"/>
          <p:cNvSpPr/>
          <p:nvPr/>
        </p:nvSpPr>
        <p:spPr>
          <a:xfrm>
            <a:off x="3383279" y="3273552"/>
            <a:ext cx="1188720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Malgun Gothic"/>
                <a:ea typeface="Malgun Gothic"/>
              </a:rPr>
              <a:t>신규 등록</a:t>
            </a:r>
          </a:p>
        </p:txBody>
      </p:sp>
      <p:sp>
        <p:nvSpPr>
          <p:cNvPr id="24" name="Marker 24"/>
          <p:cNvSpPr/>
          <p:nvPr/>
        </p:nvSpPr>
        <p:spPr>
          <a:xfrm>
            <a:off x="3703320" y="3172968"/>
            <a:ext cx="658368" cy="658368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25" name="Circle 25"/>
          <p:cNvSpPr/>
          <p:nvPr/>
        </p:nvSpPr>
        <p:spPr>
          <a:xfrm>
            <a:off x="3465576" y="2971800"/>
            <a:ext cx="301752" cy="30175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665208" y="231343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52605A"/>
                </a:solidFill>
                <a:latin typeface="Malgun Gothic"/>
                <a:ea typeface="Malgun Gothic"/>
              </a:rPr>
              <a:t>단계 설명</a:t>
            </a:r>
          </a:p>
        </p:txBody>
      </p:sp>
      <p:sp>
        <p:nvSpPr>
          <p:cNvPr id="27" name="Shape 27"/>
          <p:cNvSpPr/>
          <p:nvPr/>
        </p:nvSpPr>
        <p:spPr>
          <a:xfrm>
            <a:off x="9665208" y="2587752"/>
            <a:ext cx="1655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  <p:txBody>
          <a:bodyPr wrap="square" anchor="t"/>
          <a:lstStyle/>
          <a:p>
            <a:pPr algn="l"/>
            <a:r>
              <a:rPr lang="ko-KR" sz="800" b="0">
                <a:solidFill>
                  <a:srgbClr val="172026"/>
                </a:solidFill>
                <a:latin typeface="Malgun Gothic"/>
                <a:ea typeface="Malgun Gothic"/>
              </a:rPr>
              <a:t>"신규 등록"을 클릭하세요.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665208" y="352044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700" b="0">
                <a:solidFill>
                  <a:srgbClr val="52605A"/>
                </a:solidFill>
                <a:latin typeface="Malgun Gothic"/>
                <a:ea typeface="Malgun Gothic"/>
              </a:rPr>
              <a:t>좌표: x 842, y 312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41248" y="629107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52605A"/>
                </a:solidFill>
                <a:latin typeface="Malgun Gothic"/>
                <a:ea typeface="Malgun Gothic"/>
              </a:rPr>
              <a:t>좌측 단계 선택 → 중앙 마커 확인/드래그 → 우측 설명 입력 → HTML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내보내기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698480" y="2286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09 / 10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566928"/>
            <a:ext cx="11155680" cy="9144"/>
          </a:xfrm>
          <a:prstGeom prst="line">
            <a:avLst/>
          </a:prstGeom>
          <a:ln w="12700">
            <a:solidFill>
              <a:srgbClr val="D8DED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7772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400" b="0">
                <a:solidFill>
                  <a:srgbClr val="172026"/>
                </a:solidFill>
                <a:latin typeface="Malgun Gothic"/>
                <a:ea typeface="Malgun Gothic"/>
              </a:rPr>
              <a:t>HTML export 파일은 인터넷 없이 열립니다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1920240"/>
            <a:ext cx="3063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51560" y="22402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800" b="1">
                <a:solidFill>
                  <a:srgbClr val="172026"/>
                </a:solidFill>
                <a:latin typeface="Malgun Gothic"/>
                <a:ea typeface="Malgun Gothic"/>
              </a:rPr>
              <a:t>편집 화면</a:t>
            </a:r>
          </a:p>
        </p:txBody>
      </p:sp>
      <p:sp>
        <p:nvSpPr>
          <p:cNvPr id="8" name="Shape 8"/>
          <p:cNvSpPr/>
          <p:nvPr/>
        </p:nvSpPr>
        <p:spPr>
          <a:xfrm>
            <a:off x="1051560" y="2743200"/>
            <a:ext cx="228600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500" b="1">
                <a:solidFill>
                  <a:srgbClr val="FFFFFF"/>
                </a:solidFill>
                <a:latin typeface="Malgun Gothic"/>
                <a:ea typeface="Malgun Gothic"/>
              </a:rPr>
              <a:t>HTML export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51560" y="365760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600" b="0">
                <a:solidFill>
                  <a:srgbClr val="52605A"/>
                </a:solidFill>
                <a:latin typeface="Malgun Gothic"/>
                <a:ea typeface="Malgun Gothic"/>
              </a:rPr>
              <a:t>마커가 합성된</a:t>
            </a:r>
          </a:p>
          <a:p>
            <a:pPr algn="l"/>
            <a:r>
              <a:rPr lang="ko-KR" sz="1600" b="0">
                <a:solidFill>
                  <a:srgbClr val="52605A"/>
                </a:solidFill>
                <a:latin typeface="Malgun Gothic"/>
                <a:ea typeface="Malgun Gothic"/>
              </a:rPr>
              <a:t>단일 HTML 생성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343400" y="3063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2800" b="1">
                <a:solidFill>
                  <a:srgbClr val="0F766E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1" name="Shape 11"/>
          <p:cNvSpPr/>
          <p:nvPr/>
        </p:nvSpPr>
        <p:spPr>
          <a:xfrm>
            <a:off x="5349240" y="1920240"/>
            <a:ext cx="3063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5623560" y="22402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800" b="1">
                <a:solidFill>
                  <a:srgbClr val="172026"/>
                </a:solidFill>
                <a:latin typeface="Malgun Gothic"/>
                <a:ea typeface="Malgun Gothic"/>
              </a:rPr>
              <a:t>guide.html</a:t>
            </a:r>
          </a:p>
        </p:txBody>
      </p:sp>
      <p:sp>
        <p:nvSpPr>
          <p:cNvPr id="13" name="Shape 13"/>
          <p:cNvSpPr/>
          <p:nvPr/>
        </p:nvSpPr>
        <p:spPr>
          <a:xfrm>
            <a:off x="5623560" y="2743200"/>
            <a:ext cx="2286000" cy="1234440"/>
          </a:xfrm>
          <a:prstGeom prst="rect">
            <a:avLst/>
          </a:prstGeom>
          <a:solidFill>
            <a:srgbClr val="F7F8F5"/>
          </a:solidFill>
          <a:ln w="12700">
            <a:solidFill>
              <a:srgbClr val="D8DED8"/>
            </a:solidFill>
          </a:ln>
        </p:spPr>
      </p:sp>
      <p:sp>
        <p:nvSpPr>
          <p:cNvPr id="14" name="Circle 14"/>
          <p:cNvSpPr/>
          <p:nvPr/>
        </p:nvSpPr>
        <p:spPr>
          <a:xfrm>
            <a:off x="6291072" y="3072384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5" name="Marker 15"/>
          <p:cNvSpPr/>
          <p:nvPr/>
        </p:nvSpPr>
        <p:spPr>
          <a:xfrm>
            <a:off x="6510528" y="3246120"/>
            <a:ext cx="502920" cy="502920"/>
          </a:xfrm>
          <a:prstGeom prst="ellipse">
            <a:avLst/>
          </a:prstGeom>
          <a:noFill/>
          <a:ln w="38100">
            <a:solidFill>
              <a:srgbClr val="EF444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5623560" y="425196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400" b="0">
                <a:solidFill>
                  <a:srgbClr val="52605A"/>
                </a:solidFill>
                <a:latin typeface="Malgun Gothic"/>
                <a:ea typeface="Malgun Gothic"/>
              </a:rPr>
              <a:t>메일/메신저로 공유</a:t>
            </a:r>
          </a:p>
        </p:txBody>
      </p:sp>
      <p:sp>
        <p:nvSpPr>
          <p:cNvPr id="17" name="Shape 17"/>
          <p:cNvSpPr/>
          <p:nvPr/>
        </p:nvSpPr>
        <p:spPr>
          <a:xfrm>
            <a:off x="8915400" y="1920240"/>
            <a:ext cx="2423160" cy="3063240"/>
          </a:xfrm>
          <a:prstGeom prst="rect">
            <a:avLst/>
          </a:prstGeom>
          <a:solidFill>
            <a:srgbClr val="E6FFFA"/>
          </a:solidFill>
          <a:ln w="12700">
            <a:solidFill>
              <a:srgbClr val="99F6E4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9144000" y="22402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800" b="1">
                <a:solidFill>
                  <a:srgbClr val="0F766E"/>
                </a:solidFill>
                <a:latin typeface="Malgun Gothic"/>
                <a:ea typeface="Malgun Gothic"/>
              </a:rPr>
              <a:t>팀원이 열기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144000" y="281635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72026"/>
                </a:solidFill>
                <a:latin typeface="Malgun Gothic"/>
                <a:ea typeface="Malgun Gothic"/>
              </a:rPr>
              <a:t>브라우저에서</a:t>
            </a:r>
          </a:p>
          <a:p>
            <a:pPr algn="l"/>
            <a:r>
              <a:rPr lang="ko-KR" sz="1700" b="1">
                <a:solidFill>
                  <a:srgbClr val="172026"/>
                </a:solidFill>
                <a:latin typeface="Malgun Gothic"/>
                <a:ea typeface="Malgun Gothic"/>
              </a:rPr>
              <a:t>그대로 단계 확인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144000" y="3950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300" b="1">
                <a:solidFill>
                  <a:srgbClr val="0F766E"/>
                </a:solidFill>
                <a:latin typeface="Malgun Gothic"/>
                <a:ea typeface="Malgun Gothic"/>
              </a:rPr>
              <a:t>서버/로그인 불필요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문제 해결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698480" y="2286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800" b="1">
                <a:solidFill>
                  <a:srgbClr val="6B766F"/>
                </a:solidFill>
                <a:latin typeface="Malgun Gothic"/>
                <a:ea typeface="Malgun Gothic"/>
              </a:rPr>
              <a:t>10 / 10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566928"/>
            <a:ext cx="11155680" cy="9144"/>
          </a:xfrm>
          <a:prstGeom prst="line">
            <a:avLst/>
          </a:prstGeom>
          <a:ln w="12700">
            <a:solidFill>
              <a:srgbClr val="D8DED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7772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3400" b="0">
                <a:solidFill>
                  <a:srgbClr val="172026"/>
                </a:solidFill>
                <a:latin typeface="Malgun Gothic"/>
                <a:ea typeface="Malgun Gothic"/>
              </a:rPr>
              <a:t>설치 중 막히면 이 네 가지만 확인합니다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1920240"/>
            <a:ext cx="48006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7" name="Circle 7"/>
          <p:cNvSpPr/>
          <p:nvPr/>
        </p:nvSpPr>
        <p:spPr>
          <a:xfrm>
            <a:off x="1033271" y="2157984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581912" y="2139696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72026"/>
                </a:solidFill>
                <a:latin typeface="Malgun Gothic"/>
                <a:ea typeface="Malgun Gothic"/>
              </a:rPr>
              <a:t>폴더 선택 오류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581912" y="251460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manifest.json이 바로 보이는 폴더를 선택했는지 확인</a:t>
            </a:r>
          </a:p>
        </p:txBody>
      </p:sp>
      <p:sp>
        <p:nvSpPr>
          <p:cNvPr id="10" name="Shape 10"/>
          <p:cNvSpPr/>
          <p:nvPr/>
        </p:nvSpPr>
        <p:spPr>
          <a:xfrm>
            <a:off x="6263640" y="1920240"/>
            <a:ext cx="48006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1" name="Circle 11"/>
          <p:cNvSpPr/>
          <p:nvPr/>
        </p:nvSpPr>
        <p:spPr>
          <a:xfrm>
            <a:off x="6519672" y="2157984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068312" y="2139696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72026"/>
                </a:solidFill>
                <a:latin typeface="Malgun Gothic"/>
                <a:ea typeface="Malgun Gothic"/>
              </a:rPr>
              <a:t>버튼이 안 보임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068312" y="251460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퍼즐 아이콘에서 ClickGuide Local을 고정</a:t>
            </a:r>
          </a:p>
        </p:txBody>
      </p:sp>
      <p:sp>
        <p:nvSpPr>
          <p:cNvPr id="14" name="Shape 14"/>
          <p:cNvSpPr/>
          <p:nvPr/>
        </p:nvSpPr>
        <p:spPr>
          <a:xfrm>
            <a:off x="777240" y="3474720"/>
            <a:ext cx="48006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5" name="Circle 15"/>
          <p:cNvSpPr/>
          <p:nvPr/>
        </p:nvSpPr>
        <p:spPr>
          <a:xfrm>
            <a:off x="1033271" y="3712463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581912" y="3694176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72026"/>
                </a:solidFill>
                <a:latin typeface="Malgun Gothic"/>
                <a:ea typeface="Malgun Gothic"/>
              </a:rPr>
              <a:t>녹화가 안 됨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581912" y="406908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chrome://, edge:// 같은 제한 페이지가 아닌지 확인</a:t>
            </a:r>
          </a:p>
        </p:txBody>
      </p:sp>
      <p:sp>
        <p:nvSpPr>
          <p:cNvPr id="18" name="Shape 18"/>
          <p:cNvSpPr/>
          <p:nvPr/>
        </p:nvSpPr>
        <p:spPr>
          <a:xfrm>
            <a:off x="6263640" y="3474720"/>
            <a:ext cx="48006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8"/>
            </a:solidFill>
          </a:ln>
        </p:spPr>
      </p:sp>
      <p:sp>
        <p:nvSpPr>
          <p:cNvPr id="19" name="Circle 19"/>
          <p:cNvSpPr/>
          <p:nvPr/>
        </p:nvSpPr>
        <p:spPr>
          <a:xfrm>
            <a:off x="6519672" y="3712463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068312" y="3694176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72026"/>
                </a:solidFill>
                <a:latin typeface="Malgun Gothic"/>
                <a:ea typeface="Malgun Gothic"/>
              </a:rPr>
              <a:t>업데이트 반영 안 됨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068312" y="406908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52605A"/>
                </a:solidFill>
                <a:latin typeface="Malgun Gothic"/>
                <a:ea typeface="Malgun Gothic"/>
              </a:rPr>
              <a:t>확장 프로그램 카드의 새로고침 버튼 클릭</a:t>
            </a:r>
          </a:p>
        </p:txBody>
      </p:sp>
      <p:sp>
        <p:nvSpPr>
          <p:cNvPr id="22" name="Shape 22"/>
          <p:cNvSpPr/>
          <p:nvPr/>
        </p:nvSpPr>
        <p:spPr>
          <a:xfrm>
            <a:off x="777240" y="5532120"/>
            <a:ext cx="1060704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최종 배포 권장: 내부 테스트는 ZIP, 정식 운영은 Chrome Web Store 비공개 배포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ckGuide">
  <a:themeElements>
    <a:clrScheme name="ClickGuide">
      <a:dk1>
        <a:srgbClr val="172026"/>
      </a:dk1>
      <a:lt1>
        <a:srgbClr val="FAFAF8"/>
      </a:lt1>
      <a:dk2>
        <a:srgbClr val="52605A"/>
      </a:dk2>
      <a:lt2>
        <a:srgbClr val="FFFFFF"/>
      </a:lt2>
      <a:accent1>
        <a:srgbClr val="0F766E"/>
      </a:accent1>
      <a:accent2>
        <a:srgbClr val="EF4444"/>
      </a:accent2>
      <a:accent3>
        <a:srgbClr val="D8DED8"/>
      </a:accent3>
      <a:accent4>
        <a:srgbClr val="F7F8F5"/>
      </a:accent4>
      <a:accent5>
        <a:srgbClr val="99F6E4"/>
      </a:accent5>
      <a:accent6>
        <a:srgbClr val="B42318"/>
      </a:accent6>
      <a:hlink>
        <a:srgbClr val="0F766E"/>
      </a:hlink>
      <a:folHlink>
        <a:srgbClr val="0F766E"/>
      </a:folHlink>
    </a:clrScheme>
    <a:fontScheme name="ClickGuide">
      <a:majorFont>
        <a:latin typeface="Malgun Gothic"/>
        <a:ea typeface="Malgun Gothic"/>
      </a:majorFont>
      <a:minorFont>
        <a:latin typeface="Malgun Gothic"/>
        <a:ea typeface="Malgun Gothic"/>
      </a:minorFont>
    </a:fontScheme>
    <a:fmtScheme name="ClickGuid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ClickGuide Local 팀 설치 실행 가이드</dc:title>
  <dc:creator>Codex</dc:creator>
  <cp:lastModifiedBy>Codex</cp:lastModifiedBy>
  <dcterms:created xsi:type="dcterms:W3CDTF">2026-06-15T00:00:00Z</dcterms:created>
  <dcterms:modified xsi:type="dcterms:W3CDTF">2026-06-15T00:00:00Z</dcterms:modified>
</cp:coreProperties>
</file>